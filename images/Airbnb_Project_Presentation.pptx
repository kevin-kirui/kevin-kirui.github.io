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78" y="56871"/>
            <a:ext cx="8229600" cy="825908"/>
          </a:xfrm>
        </p:spPr>
        <p:txBody>
          <a:bodyPr>
            <a:normAutofit/>
          </a:bodyPr>
          <a:lstStyle/>
          <a:p>
            <a:r>
              <a:rPr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Airbnb 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8258"/>
            <a:ext cx="8229600" cy="1425677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Seattle Region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Tableau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Kevin Kirui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9EB348-A540-6399-D209-067A9960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2113935"/>
            <a:ext cx="8967019" cy="4744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15065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3226"/>
            <a:ext cx="8229600" cy="5142938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Understand Airbnb pricing &amp; demand.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Pricing strategy &amp; investment insight.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9131F-C483-27F1-DF9F-4C081CE2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1898292"/>
            <a:ext cx="9055510" cy="49597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826"/>
            <a:ext cx="8229600" cy="663011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39098"/>
            <a:ext cx="8229600" cy="3677264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Sheets: Listings, Reviews, Calendar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properties analyzed.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51AB9-46A8-9322-8468-CFF9B12C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308970"/>
            <a:ext cx="5142271" cy="2430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A7ED0-C654-5C0F-E025-4AC627D55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3739228"/>
            <a:ext cx="5142271" cy="3118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3EB8A9-9BE3-096E-28AA-4F9674047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929" y="1302108"/>
            <a:ext cx="3923071" cy="5632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8229600" cy="643347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0104"/>
            <a:ext cx="8229600" cy="5546060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trends, Price by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Bedrooms pricing, Map distribution.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AC71D-8B2A-B664-298D-6CDA444B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742"/>
            <a:ext cx="9144000" cy="5820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1278"/>
            <a:ext cx="8229600" cy="5614886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in summer and holidays.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use seasonal pricing.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60903-2556-A852-D87A-4D33634C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522"/>
            <a:ext cx="9144000" cy="5478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8229600" cy="50144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Houses Available 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949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Houses Vs Rooms Rented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F710D-6D24-8EDB-C711-2976B3DD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70934"/>
            <a:ext cx="8573729" cy="5417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8229600" cy="560439"/>
          </a:xfrm>
        </p:spPr>
        <p:txBody>
          <a:bodyPr>
            <a:normAutofit fontScale="90000"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by Bedrooms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8316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bedrooms = higher price.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homes yield greater returns.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115D9-E679-2774-1416-EAA389E4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06014"/>
            <a:ext cx="9045677" cy="54077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8229600" cy="643347"/>
          </a:xfrm>
        </p:spPr>
        <p:txBody>
          <a:bodyPr>
            <a:normAutofit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39432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Downtown Seattle &amp; waterfront areas most expensive.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7C68B-DD95-71DC-4B02-57B89619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553"/>
            <a:ext cx="9144000" cy="5094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323"/>
            <a:ext cx="8229600" cy="648929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Hosts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33640-4A5E-47AD-2D8E-D4987910D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2613"/>
            <a:ext cx="8229600" cy="5223387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downtown &amp; luxury homes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by season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unique amenities to justify premium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strong review reputation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business tourists &amp; summer travelers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71584"/>
          </a:xfrm>
        </p:spPr>
        <p:txBody>
          <a:bodyPr>
            <a:normAutofit/>
          </a:bodyPr>
          <a:lstStyle/>
          <a:p>
            <a:r>
              <a:rPr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Investors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6222"/>
            <a:ext cx="8229600" cy="377804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near downtown / waterfront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multi-bedroom rental properties</a:t>
            </a:r>
            <a:endParaRPr lang="en-US" sz="4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+ quality + seasonality impact performance.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Airbnb market behavior in Seattle shows: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shapes revenue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&amp; size drive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reviews determine demand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pricing + quality hosting = higher Airbnb profitability.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191</Words>
  <Application>Microsoft Office PowerPoint</Application>
  <PresentationFormat>On-screen Show (4:3)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Airbnb Market Analysis</vt:lpstr>
      <vt:lpstr>Business Problem</vt:lpstr>
      <vt:lpstr>Dataset Overview</vt:lpstr>
      <vt:lpstr>Dashboard Overview</vt:lpstr>
      <vt:lpstr>Revenue Trend</vt:lpstr>
      <vt:lpstr>Houses Available </vt:lpstr>
      <vt:lpstr>Price by Bedrooms</vt:lpstr>
      <vt:lpstr>Geographic Heatmap</vt:lpstr>
      <vt:lpstr>Recommendations: Hosts</vt:lpstr>
      <vt:lpstr>Recommendations: Investors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2025-11-05T07:24:34Z</dcterms:modified>
  <cp:category/>
</cp:coreProperties>
</file>